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Sheet: TentativeTimetableEveAugDec2025</a:t>
            </a:r>
          </a:p>
          <a:p>
            <a:r>
              <a:t>nan | nan | nan | nan | nan | 04:30:00 | 05:20:00 | 06:10:00 | 07:40:00 | 08:30:00 | 05:20:00 | 06:1</a:t>
            </a:r>
          </a:p>
          <a:p>
            <a:r>
              <a:t>nan | Mon  | BSCS-2A   | 137.0 | 68.5 | Object Oriented Programming Mr Noman Shazad Memon | nan | Pr</a:t>
            </a:r>
          </a:p>
          <a:p>
            <a:r>
              <a:t>nan | nan | BSCS-2B  | nan | 0.0 | Probability and Statistics Ms Afshan |  Digital Logic Design Mr. </a:t>
            </a:r>
          </a:p>
          <a:p>
            <a:r>
              <a:t>nan | nan | BSCS-3A  | 187.0 | 62.333333333333336 | Technicl and Business writing Mrs Shazia Naz | C</a:t>
            </a:r>
          </a:p>
          <a:p>
            <a:r>
              <a:t>nan | nan | BSCS-3B   | nan | nan | Technicl and Business writing Mrs Shazia Naz | Compute Organizat</a:t>
            </a:r>
          </a:p>
          <a:p>
            <a:r>
              <a:t>nan | nan | BSCS-3C  | nan | nan | Technicl and Business writing Mrs Shazia Naz | Compute Organizati</a:t>
            </a:r>
          </a:p>
          <a:p>
            <a:r>
              <a:t>nan | nan | BSCS-5A | 179.0 | nan | nan | Software Engineering  Ms. Quratul Ain | Multivariate Calcu</a:t>
            </a:r>
          </a:p>
          <a:p>
            <a:r>
              <a:t>nan | nan | BSCS-5B | nan | nan | nan | Software Engineering  Ms. Quratul Ain | Multivariate Calculu</a:t>
            </a:r>
          </a:p>
          <a:p>
            <a:r>
              <a:t>nan | nan | BSCS-5C | nan | nan | nan | Software Engineering  Ms. Quratul Ain | Multivariate Calculu</a:t>
            </a:r>
          </a:p>
          <a:p>
            <a:r>
              <a:t>nan | nan | BSCS-7A | 106.0 | nan | nan | nan | Software of Qulity Engineering   Mr.Khruam Mushtaq |</a:t>
            </a:r>
          </a:p>
          <a:p>
            <a:r>
              <a:t>nan | nan | BSCS-7B | nan | nan | nan | nan | Software of Qulity Engineering   Mr.Khruam Mushtaq | G</a:t>
            </a:r>
          </a:p>
          <a:p>
            <a:r>
              <a:t>nan | nan | nan | nan | nan | 04:30:00 | 05:20:00 | 06:10:00 | 07:40:00 | 04:30:00 | 05:20:00 | 06:1</a:t>
            </a:r>
          </a:p>
          <a:p>
            <a:r>
              <a:t>nan | Tue | BSCS-2A   | 137.0 | nan | Object Oriented Programming Mr Noman Shazad Memon | nan |  Dig</a:t>
            </a:r>
          </a:p>
          <a:p>
            <a:r>
              <a:t>nan | nan | BSCS-2B  | nan | nan |  Digital Logic Design Mr. Muhammad Zahid | nan | Object Oriented </a:t>
            </a:r>
          </a:p>
          <a:p>
            <a:r>
              <a:t>nan | nan | BSCS-3A  | 187.0 | nan | nan | Technicl and Business writing Mrs Shazia Naz | Compute Or</a:t>
            </a:r>
          </a:p>
          <a:p>
            <a:r>
              <a:t>nan | nan | BSCS-3B   | nan | nan | nan | Technicl and Business writing Mrs Shazia Naz | Compute Org</a:t>
            </a:r>
          </a:p>
          <a:p>
            <a:r>
              <a:t>nan | nan | BSCS-3C  | nan | nan | nan | Technicl and Business writing Mrs Shazia Naz | Compute Orga</a:t>
            </a:r>
          </a:p>
          <a:p>
            <a:r>
              <a:t>nan | nan | BSCS-5A | 179.0 | nan | nan | Multivariate Calculus   Dr Nosheen | Software Engineering </a:t>
            </a:r>
          </a:p>
          <a:p>
            <a:r>
              <a:t>nan | nan | BSCS-5B | nan | nan | nan | Multivariate Calculus   Dr Nosheen | Software Engineering  M</a:t>
            </a:r>
          </a:p>
          <a:p>
            <a:r>
              <a:t>nan | nan | BSCS-5C | nan | nan | nan | Multivariate Calculus   Dr Nosheen | Software Engineering  M</a:t>
            </a:r>
          </a:p>
          <a:p>
            <a:r>
              <a:t>nan | nan | BSCS-7A | 106.0 | nan | nan | Software of Qulity Engineering   Mr.Khruam Mushtaq | Data </a:t>
            </a:r>
          </a:p>
          <a:p>
            <a:r>
              <a:t>nan | nan | BSCS-7B | nan | nan | nan | Software of Qulity Engineering   Mr.Khruam Mushtaq | Data wa</a:t>
            </a:r>
          </a:p>
          <a:p>
            <a:r>
              <a:t>nan | nan | nan | nan | nan | 04:30:00 | 05:20:00 | 06:10:00 | 07:40:00 | 04:30:00 | 05:20:00 | 06:1</a:t>
            </a:r>
          </a:p>
          <a:p>
            <a:r>
              <a:t>Wed | Wed | BSCS-2A   | 137.0 | nan | English -II  Mrs Shazia Naz |  Digital Logic Design Mr. Muhamm</a:t>
            </a:r>
          </a:p>
          <a:p>
            <a:r>
              <a:t>nan | nan | BSCS-2B  | nan | nan |  Digital Logic Design Mr. Muhammad Zahid | English -II  Mrs Shazi</a:t>
            </a:r>
          </a:p>
          <a:p>
            <a:r>
              <a:t>nan | nan | BSCS-3A  | 187.0 | nan | Technicl and Business writing Mrs Shazia Naz | Data Structure a</a:t>
            </a:r>
          </a:p>
          <a:p>
            <a:r>
              <a:t>nan | nan | BSCS-3B   | nan | nan | Technicl and Business writing Mrs Shazia Naz | Data Structure an</a:t>
            </a:r>
          </a:p>
          <a:p>
            <a:r>
              <a:t>nan | nan | BSCS-3C  | nan | nan | Technicl and Business writing Mrs Shazia Naz | Data Structure and</a:t>
            </a:r>
          </a:p>
          <a:p>
            <a:r>
              <a:t>nan | nan | BSCS-5A | 179.0 | nan | Software Project Management Mr. Anwer Rasheed Lohdi | Multivaria</a:t>
            </a:r>
          </a:p>
          <a:p>
            <a:r>
              <a:t>nan | nan | BSCS-5B | nan | nan | Software Project Management Mr. Anwer Rasheed Lohdi | Multivariate</a:t>
            </a:r>
          </a:p>
          <a:p>
            <a:r>
              <a:t>nan | nan | BSCS-5C | nan | nan | Software Project Management Mr. Anwer Rasheed Lohdi | Multivariate</a:t>
            </a:r>
          </a:p>
          <a:p>
            <a:r>
              <a:t>nan | nan | BSCS-7A | 106.0 | nan | University Elect (Entrepreneurship)  Mr.Saim Saeed Tanoli | Proj</a:t>
            </a:r>
          </a:p>
          <a:p>
            <a:r>
              <a:t>nan | nan | BSCS-7B | nan | nan | University Elect (Entrepreneurship)  Mr.Saim Saeed Tanoli | Projec</a:t>
            </a:r>
          </a:p>
          <a:p>
            <a:r>
              <a:t>nan | nan | nan | nan | nan | 04:30:00 | 05:20:00 | 06:10:00 | 07:40:00 | 04:30:00 | 05:20:00 | 06:1</a:t>
            </a:r>
          </a:p>
          <a:p>
            <a:r>
              <a:t>nan | Thu | BSCS-2A   | 137.0 | nan | Urdu Mr.Saeed Qadri | Urdu Mr.Saeed Qadri | Probability and St</a:t>
            </a:r>
          </a:p>
          <a:p>
            <a:r>
              <a:t>nan | nan | BSCS-2B  | nan | nan | Urdu Mr.Saeed Qadri | Urdu Mr.Saeed Qadri | English -II  Mrs Shaz</a:t>
            </a:r>
          </a:p>
          <a:p>
            <a:r>
              <a:t>nan | nan | BSCS-3A  | 187.0 | nan | nan | Data Structure and Algorithm Ms. Quratul Ain | Discreat S</a:t>
            </a:r>
          </a:p>
          <a:p>
            <a:r>
              <a:t>nan | nan | BSCS-3B   | nan | nan | nan | Data Structure and Algorithm Ms. Quratul Ain | Discreat St</a:t>
            </a:r>
          </a:p>
          <a:p>
            <a:r>
              <a:t>nan | nan | BSCS-3C  | nan | nan | nan | Data Structure and Algorithm Ms. Quratul Ain | Discreat Str</a:t>
            </a:r>
          </a:p>
          <a:p>
            <a:r>
              <a:t>nan | nan | BSCS-5A | 179.0 | nan | Software Project Management Mr. Anwer Rasheed Lohdi | Computer C</a:t>
            </a:r>
          </a:p>
          <a:p>
            <a:r>
              <a:t>nan | nan | BSCS-5B | nan | nan | Software Project Management Mr. Anwer Rasheed Lohdi | Computer Com</a:t>
            </a:r>
          </a:p>
          <a:p>
            <a:r>
              <a:t>nan | nan | BSCS-5C | nan | nan | Software Project Management Mr. Anwer Rasheed Lohdi | Computer Com</a:t>
            </a:r>
          </a:p>
          <a:p>
            <a:r>
              <a:t>nan | nan | BSCS-7A | 106.0 | nan | University Elect (Entrepreneurship)  Mr.Saim Saeed Tanoli | Soft</a:t>
            </a:r>
          </a:p>
          <a:p>
            <a:r>
              <a:t>nan | nan | BSCS-7B | nan | nan | University Elect (Entrepreneurship)  Mr.Saim Saeed Tanoli | Softwa</a:t>
            </a:r>
          </a:p>
          <a:p>
            <a:r>
              <a:t>nan | nan | nan | nan | nan | 04:30:00 | 05:20:00 | 06:10:00 | 07:40:00 | 04:30:00 | 05:20:00 | 06:1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nan | Fri | BSCS-2A   | 137.0 | nan | Pakistani Studies Dr Irshad | Pakistani Studies Dr Irshad | Pr</a:t>
            </a:r>
          </a:p>
          <a:p>
            <a:r>
              <a:t>nan | nan | BSCS-2B  | nan | nan | Pakistani Studies Dr Irshad | Pakistani Studies Dr Irshad | Engli</a:t>
            </a:r>
          </a:p>
          <a:p>
            <a:r>
              <a:t>nan | nan | BSCS-3A  | 187.0 | nan | Data Structure and Algorithm Ms. Quratul Ain | nan | Compute Or</a:t>
            </a:r>
          </a:p>
          <a:p>
            <a:r>
              <a:t>nan | nan | BSCS-3B   | nan | nan | Data Structure and Algorithm Ms. Quratul Ain | nan | Compute Org</a:t>
            </a:r>
          </a:p>
          <a:p>
            <a:r>
              <a:t>nan | nan | BSCS-3C  | nan | nan | Data Structure and Algorithm Ms. Quratul Ain | nan | Compute Orga</a:t>
            </a:r>
          </a:p>
          <a:p>
            <a:r>
              <a:t>nan | nan | BSCS-5A | 179.0 | nan | Computer Communication &amp; Network r. Adnan Ahmed Usmani | Softwar</a:t>
            </a:r>
          </a:p>
          <a:p>
            <a:r>
              <a:t>nan | nan | BSCS-5B | nan | nan | Computer Communication &amp; Network r. Adnan Ahmed Usmani | Software </a:t>
            </a:r>
          </a:p>
          <a:p>
            <a:r>
              <a:t>nan | nan | BSCS-5C | nan | nan | Computer Communication &amp; Network r. Adnan Ahmed Usmani | Software </a:t>
            </a:r>
          </a:p>
          <a:p>
            <a:r>
              <a:t>nan | nan | BSCS-7A | 106.0 | nan | University Elect (Entrepreneurship)  Mr.Saim Saeed Tanoli | Data</a:t>
            </a:r>
          </a:p>
          <a:p>
            <a:r>
              <a:t>nan | nan | BSCS-7B | nan | nan | University Elect (Entrepreneurship)  Mr.Saim Saeed Tanoli | Data w</a:t>
            </a:r>
          </a:p>
          <a:p>
            <a:r>
              <a:t>Sheet: Course Allocation</a:t>
            </a:r>
          </a:p>
          <a:p>
            <a:r>
              <a:t>nan | nan | nan | nan | nan | nan | nan | nan | nan | nan | nan | nan | nan | nan | nan | nan | nan </a:t>
            </a:r>
          </a:p>
          <a:p>
            <a:r>
              <a:t>nan | nan | Eve Aug-Dec  2025 | nan | nan | nan | nan | nan | nan | nan | nan | nan | nan | nan | na</a:t>
            </a:r>
          </a:p>
          <a:p>
            <a:r>
              <a:t>Actual | Current | Semester | Course Code | Course Title | Credit Hours | nan | Ms.Arshi | nan | Adn</a:t>
            </a:r>
          </a:p>
          <a:p>
            <a:r>
              <a:t>nan | nan | BSCS-2(A,B)  137 | CSC303 | Object Oriented Programming Mr Usman | 4(3+1) | 2 | 0 | 0.0 </a:t>
            </a:r>
          </a:p>
          <a:p>
            <a:r>
              <a:t>nan | nan | nan | CSC304 |  Digital Logic Design Mr. Muhammad Zahid | 3(2+1) | 2 | 0 | 0.0 | 0 | 0.0</a:t>
            </a:r>
          </a:p>
          <a:p>
            <a:r>
              <a:t>nan | nan | nan | HUM401 | Urdu Mr.Saeed Qadri | 3(3+0) | 2 | 0 | 0.0 | 0 | 0.0 | 0 | 0.0 | 0 | 0.0 </a:t>
            </a:r>
          </a:p>
          <a:p>
            <a:r>
              <a:t>nan | nan | nan | STA301 | Probability and Statistics Dr Nosheen | 3(3+0) | 2 | 0 | 0.0 | 0 | 0.0 | </a:t>
            </a:r>
          </a:p>
          <a:p>
            <a:r>
              <a:t>nan | nan | nan | HUM303 | English -II  Mrs Shazia Naz | 3(3+0) | 2 | 0 | 0.0 | 0 | 0.0 | 0 | 0.0 | </a:t>
            </a:r>
          </a:p>
          <a:p>
            <a:r>
              <a:t>nan | nan | nan | HUM304 | Pakistani Studies Dr Irshad | 3(3+0) | 2 | 0 | 0.0 | 0 | 0.0 | 0 | 0.0 | </a:t>
            </a:r>
          </a:p>
          <a:p>
            <a:r>
              <a:t>nan | nan | BSCS-3(A,B,C)  187 | MTH401 | Diffrential Equation Mr. Muhammad Siddiq | 3(3+0) | 3 | 0 </a:t>
            </a:r>
          </a:p>
          <a:p>
            <a:r>
              <a:t>nan | nan | nan | CSC402 | Compute Organization and Assembly language Mr.Khruam Mushtaq | 3(2+1) | 3</a:t>
            </a:r>
          </a:p>
          <a:p>
            <a:r>
              <a:t>nan | nan | nan | CSC403 | Data Structure and Algorithm Ms. Quratul Ain | 3(2+1) | 3 | 0 | 0.0 | 0 |</a:t>
            </a:r>
          </a:p>
          <a:p>
            <a:r>
              <a:t>nan | nan | nan | CSC305 | Discreat Structure Mr Usman | 3(3+0) | 3 | 0 | 0.0 | 0 | 0.0 | 0 | 0.0 | </a:t>
            </a:r>
          </a:p>
          <a:p>
            <a:r>
              <a:t>nan | nan | nan | HUM303 | Technicl and Business writing Mrs Shazia Naz | 3(3+0) | 3 | 0 | 0.0 | 0 |</a:t>
            </a:r>
          </a:p>
          <a:p>
            <a:r>
              <a:t>nan | nan | BSCS-5(A,B,C) 179 | CSC501 | Computer Communication &amp; Network r. Adnan Ahmed Usmani | 3(</a:t>
            </a:r>
          </a:p>
          <a:p>
            <a:r>
              <a:t>nan | nan | nan | CSC409 | Software Engineering  Ms. Quratul Ain | 3(3+0) | 3 | 0 | 0.0 | 0 | 0.0 | </a:t>
            </a:r>
          </a:p>
          <a:p>
            <a:r>
              <a:t>nan | nan | nan | CSC406 | Operating System Ms.Arshi | 3(2+1) | 3 | 3 | 3.0 | 0 | 0.0 | 0 | 0.0 | 0 </a:t>
            </a:r>
          </a:p>
          <a:p>
            <a:r>
              <a:t>nan | nan | nan | SSE602 | Software Project Management Mr. Anwer Rasheed Lohdi | 3(3+0) | 3 | 0 | 0.</a:t>
            </a:r>
          </a:p>
          <a:p>
            <a:r>
              <a:t>nan | nan | nan | nan | Multivariate Calculus  Mr.Umer Faryaz | 3(3+0) | 3 | 0 | 0.0 | 0 | 0.0 | 3 |</a:t>
            </a:r>
          </a:p>
          <a:p>
            <a:r>
              <a:t>nan | nan | BSCS-7(A,B) 106 | nan | Software of Qulity Engineering   Mr.Khruam Mushtaq | 3(3+0) | 2 </a:t>
            </a:r>
          </a:p>
          <a:p>
            <a:r>
              <a:t>nan | nan | nan | nan | Data warehousing   Ms.Arshi■ | 3(3+0) | 2 | 2 | 2.0 | 0 | 0.0 | 0 | 0.0 | 0 </a:t>
            </a:r>
          </a:p>
          <a:p>
            <a:r>
              <a:t>nan | nan | nan | nan | University Elect (Entrepreneurship)  Mr.Saim Saeed Tanoli | 3(3+0) | 2 | 0 |</a:t>
            </a:r>
          </a:p>
          <a:p>
            <a:r>
              <a:t>nan | nan | nan | SSE508 | Grid and Cloud Computing  Anwer Rasheed Lohdi | 3(3+0) | 2 | 0 | 0.0 | 0 </a:t>
            </a:r>
          </a:p>
          <a:p>
            <a:r>
              <a:t>nan | nan | nan | nan | Project  Mr. Muhammad Siddiq | nan | 2 | nan | nan | nan | nan | 3 | 2.0 | n</a:t>
            </a:r>
          </a:p>
          <a:p>
            <a:r>
              <a:t>nan | nan | Other depatmentsCourses | nan | Bio Technology Mr. Muhammad Zahid | nan | 1 | nan | nan </a:t>
            </a:r>
          </a:p>
          <a:p>
            <a:r>
              <a:t>nan | nan | nan | nan | nan | nan | 1 | nan | nan | nan | nan | nan | nan | nan | nan | nan | nan | </a:t>
            </a:r>
          </a:p>
          <a:p>
            <a:r>
              <a:t>nan | nan | nan | nan | nan | nan | 54 | 8 | 5.0 | 3 | 3.0 | 11 | 5.0 | 6 | 3.0 | 15 | 6.0 | 2 | 2.0</a:t>
            </a:r>
          </a:p>
          <a:p>
            <a:r>
              <a:t>nan | nan | nan | nan | nan | nan | nan | 3 | 6.0 | 4 | 6.0 | 4 | 6.0 | 4 | 6.0 | 4 | 6.0 | 4 | 6.0 </a:t>
            </a:r>
          </a:p>
          <a:p>
            <a:r>
              <a:t>nan | nan | nan | nan | nan | nan | nan | nan | nan | nan | nan | nan | nan | nan | nan | nan | nan </a:t>
            </a:r>
          </a:p>
          <a:p>
            <a:r>
              <a:t>nan | nan | nan | nan | nan | nan | nan | nan | nan | nan | nan | nan | nan | nan | nan | nan | nan </a:t>
            </a:r>
          </a:p>
          <a:p>
            <a:r>
              <a:t>nan | nan | nan | nan | nan | nan | nan | nan | nan | nan | nan | nan | nan | nan | nan | nan | nan </a:t>
            </a:r>
          </a:p>
          <a:p>
            <a:r>
              <a:t>nan | nan | nan | Course Code | Course Title | Credit Hours | No of Courses | nan | nan | nan | nan </a:t>
            </a:r>
          </a:p>
          <a:p>
            <a:r>
              <a:t>nan | nan | nan | CSC303 | Object Oriented Programming Ms Qurat Ul Ain | 4(3+1) | 2 | nan | nan | na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nan | nan | nan | CSC304 |  Digital Logic Design Mr. Muhammad Zahid | 3(2+1) | 2 | nan | nan | nan |</a:t>
            </a:r>
          </a:p>
          <a:p>
            <a:r>
              <a:t>nan | nan | nan | HUM401 | Urdu Mr.Saeed Qadri | 3(3+0) | 2 | nan | nan | nan | nan | nan | nan | na</a:t>
            </a:r>
          </a:p>
          <a:p>
            <a:r>
              <a:t>nan | nan | nan | STA301 | Probability and Statistics Dr Nosheen | 3(3+0) | 2 | nan | nan | nan | na</a:t>
            </a:r>
          </a:p>
          <a:p>
            <a:r>
              <a:t>nan | nan | nan | HUM303 | English -II  Mrs Shazia Naz | 3(3+0) | 2 | nan | nan | nan | nan | nan | </a:t>
            </a:r>
          </a:p>
          <a:p>
            <a:r>
              <a:t>nan | nan | nan | HUM304 | Pakistani Studies Dr Irshad | 3(3+0) | 2 | nan | nan | nan | nan | nan | </a:t>
            </a:r>
          </a:p>
          <a:p>
            <a:r>
              <a:t>nan | nan | nan | MTH401 | Diffrential Equation Mr. Muhammad Siddiq | 3(3+0) | 3 | nan | nan | nan |</a:t>
            </a:r>
          </a:p>
          <a:p>
            <a:r>
              <a:t>nan | nan | nan | CSC402 | Compute Organization and Assembly language Mr.Khruam Mushtaq | 3(2+1) | 3</a:t>
            </a:r>
          </a:p>
          <a:p>
            <a:r>
              <a:t>nan | nan | nan | CSC403 | Data Structure and Algorithm Ms. Quratul Ain | 3(2+1) | 3 | nan | nan | n</a:t>
            </a:r>
          </a:p>
          <a:p>
            <a:r>
              <a:t>nan | nan | nan | CSC305 | Discreat Structure Ms Qurat Ul Ain | 3(3+0) | 3 | nan | nan | nan | nan |</a:t>
            </a:r>
          </a:p>
          <a:p>
            <a:r>
              <a:t>nan | nan | nan | HUM303 | Technicl and Business writing Mrs Shazia Naz | 3(3+0) | 3 | nan | nan | n</a:t>
            </a:r>
          </a:p>
          <a:p>
            <a:r>
              <a:t>nan | nan | nan | CSC501 | Computer Communication &amp; Network r. Adnan Ahmed Usmani | 3(2+1) | 3 | nan</a:t>
            </a:r>
          </a:p>
          <a:p>
            <a:r>
              <a:t>nan | nan | nan | CSC409 | Software Engineering  Ms. Quratul Ain | 3(3+0) | 3 | nan | nan | nan | na</a:t>
            </a:r>
          </a:p>
          <a:p>
            <a:r>
              <a:t>nan | nan | nan | CSC406 | Operating System Ms.Arshi | 3(2+1) | 3 | nan | nan | nan | nan | nan | na</a:t>
            </a:r>
          </a:p>
          <a:p>
            <a:r>
              <a:t>nan | nan | nan | SSE602 | Software Project Management Mr. Anwer Rasheed Lohdi | 3(3+0) | 3 | nan | </a:t>
            </a:r>
          </a:p>
          <a:p>
            <a:r>
              <a:t>nan | nan | nan | nan | Multivariate Calculus  Mr.Umer Faryaz | 3(3+0) | 3 | nan | nan | nan | nan |</a:t>
            </a:r>
          </a:p>
          <a:p>
            <a:r>
              <a:t>nan | nan | nan | nan | Software of Qulity Engineering   Mr.Khruam Mushtaq | 3(3+0) | 2 | nan | nan </a:t>
            </a:r>
          </a:p>
          <a:p>
            <a:r>
              <a:t>nan | nan | nan | nan | Data warehousing   Ms.Arshi■ | 3(3+0) | 2 | nan | nan | nan | nan | nan | na</a:t>
            </a:r>
          </a:p>
          <a:p>
            <a:r>
              <a:t>nan | nan | nan | nan | University Elect (Entrepreneurship)  Mr.Saim Saeed Tanoli | 3(3+0) | 2 | nan</a:t>
            </a:r>
          </a:p>
          <a:p>
            <a:r>
              <a:t>nan | nan | nan | SSE508 | Grid and Cloud Computing  Anwer Rasheed Lohdi | 3(3+0) | 2 | nan | nan | </a:t>
            </a:r>
          </a:p>
          <a:p>
            <a:r>
              <a:t>nan | nan | nan | nan | Project  Mr. Muhammad Siddiq | nan | 2 | nan | nan | nan | nan | nan | nan |</a:t>
            </a:r>
          </a:p>
          <a:p>
            <a:r>
              <a:t>nan | nan | nan | nan | Bio Technology Mr. Muhammad Zahid | nan | 1 | nan | nan | nan | nan | nan | </a:t>
            </a:r>
          </a:p>
          <a:p>
            <a:r>
              <a:t>nan | nan | nan | nan | nan | nan | nan | nan | nan | nan | nan | nan | nan | nan | nan | nan | nan </a:t>
            </a:r>
          </a:p>
          <a:p>
            <a:r>
              <a:t>nan | nan | nan | nan | Incharge | nan | nan | nan | nan | nan | nan | nan | nan | nan | nan | nan |</a:t>
            </a:r>
          </a:p>
          <a:p>
            <a:r>
              <a:t>Sheet: Past SemmesterCourses</a:t>
            </a:r>
          </a:p>
          <a:p>
            <a:r>
              <a:t>2022-11-01 00:00:00 | nan | nan | nan | 2022-11-01 00:00:00 | nan | nan | Fall 2023 | nan | nan | Ja</a:t>
            </a:r>
          </a:p>
          <a:p>
            <a:r>
              <a:t>BSCS-1  | Calculas | nan | BSCS-1  | Calculas | nan | BSCS-1  | Calculus &amp; Analytical Geometry | nan</a:t>
            </a:r>
          </a:p>
          <a:p>
            <a:r>
              <a:t>nan | Basic Electronic | nan | nan | Basic Electronic | nan | nan | Basic Electronic | nan | nan | A</a:t>
            </a:r>
          </a:p>
          <a:p>
            <a:r>
              <a:t>nan | Introduction to Computing | nan | nan | Introduction to Computing | nan | nan | Introduction t</a:t>
            </a:r>
          </a:p>
          <a:p>
            <a:r>
              <a:t>nan | Fundamental of Programming | nan | nan | Fundamental of Programming | nan | nan | Fundamental </a:t>
            </a:r>
          </a:p>
          <a:p>
            <a:r>
              <a:t>nan | Islamiat | nan | nan | Islamiat | nan | nan | Islamiat | nan | nan | Islamiat Studies / Ethnic</a:t>
            </a:r>
          </a:p>
          <a:p>
            <a:r>
              <a:t>nan | Communication Skill | nan | nan | Communication Skill | nan | nan | Communication Skill | nan </a:t>
            </a:r>
          </a:p>
          <a:p>
            <a:r>
              <a:t>nan | Pre calculas | nan | nan | nan | nan | nan | Pre Calculus I - Ms Sabeen | nan | nan | nan | na</a:t>
            </a:r>
          </a:p>
          <a:p>
            <a:r>
              <a:t>BSCS-2 | Finanical Accountant | nan | BSCS-2 | nan | nan | BSCS-2 | nan | nan | BSCS-2 | Probablity </a:t>
            </a:r>
          </a:p>
          <a:p>
            <a:r>
              <a:t>nan | Pakistan  Studies | nan | nan | nan | nan | nan | nan | nan | nan | DLD | nan | nan | DLD | na</a:t>
            </a:r>
          </a:p>
          <a:p>
            <a:r>
              <a:t>nan | nan | nan | nan | nan | nan | nan | nan | nan | nan | Communication &amp; Presentation  | nan | na</a:t>
            </a:r>
          </a:p>
          <a:p>
            <a:r>
              <a:t>nan | nan | nan | nan | nan | nan | nan | nan | nan | nan | Object Oriented Programing | nan | nan |</a:t>
            </a:r>
          </a:p>
          <a:p>
            <a:r>
              <a:t>nan | nan | nan | nan | nan | nan | nan | nan | nan | nan | Urdu  | nan | nan | Urdu  | nan | nan | </a:t>
            </a:r>
          </a:p>
          <a:p>
            <a:r>
              <a:t>nan | nan | nan | nan | nan | nan | nan | nan | nan | nan | Pakistan Studies  | nan | nan | Pakistan</a:t>
            </a:r>
          </a:p>
          <a:p>
            <a:r>
              <a:t>nan | nan | nan | nan | nan | nan | nan | nan | nan | nan | nan | nan | nan | nan | nan | nan | nan </a:t>
            </a:r>
          </a:p>
          <a:p>
            <a:r>
              <a:t>BSCS-3 | Diffrential Equation | nan | BSCS-3 | Diffrential Equation | nan | BSCS-3 | Diffrential Equ</a:t>
            </a:r>
          </a:p>
          <a:p>
            <a:r>
              <a:t>nan | Compute Organization and Assembly language | nan | nan | Compute Organization and Assembly lan</a:t>
            </a:r>
          </a:p>
          <a:p>
            <a:r>
              <a:t>nan | Data Structure and Algorithm | nan | nan | Data Structure and Algorithm | nan | nan | Data Str</a:t>
            </a:r>
          </a:p>
          <a:p>
            <a:r>
              <a:t>nan | Discreat Structure | nan | nan | Discreat Structure | nan | nan | Discreat Structure | nan | n</a:t>
            </a:r>
          </a:p>
          <a:p>
            <a:r>
              <a:t>nan | Technicl and Business writing | nan | nan | Technicl and Business writing | nan | nan | Techni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nan | Urdu | nan | nan | Urdu | nan | nan | nan | nan | nan | nan | nan | nan | nan | nan | nan | na</a:t>
            </a:r>
          </a:p>
          <a:p>
            <a:r>
              <a:t>nan | nan | nan | nan | nan | nan | nan | Pre Calculus II - Ms Sabeen | nan | nan | nan | nan | nan </a:t>
            </a:r>
          </a:p>
          <a:p>
            <a:r>
              <a:t>BSCS-4 | Database Systems Management | nan | BSCS-4 | Database Systems Management | nan | BSCS-4 | n</a:t>
            </a:r>
          </a:p>
          <a:p>
            <a:r>
              <a:t>nan | Theory of Automata | nan | nan | Theory of Automata | nan | nan | nan | nan | nan | Accounting</a:t>
            </a:r>
          </a:p>
          <a:p>
            <a:r>
              <a:t>nan | Linear Algebric | nan | nan | Linear Algebric | nan | nan | nan | nan | nan | Database Systems</a:t>
            </a:r>
          </a:p>
          <a:p>
            <a:r>
              <a:t>nan | Design Analysis and Algorithm | nan | nan | Design Analysis and Algorithm | nan | nan | nan | </a:t>
            </a:r>
          </a:p>
          <a:p>
            <a:r>
              <a:t>nan | Finacial Management | nan | nan | Finacial Management | nan | nan | nan | nan | nan | Theory o</a:t>
            </a:r>
          </a:p>
          <a:p>
            <a:r>
              <a:t>nan | nan | nan | nan | nan | nan | nan | nan | nan | nan | nan | nan | nan | nan | nan | nan | nan </a:t>
            </a:r>
          </a:p>
          <a:p>
            <a:r>
              <a:t>nan | nan | nan | nan | nan | nan | nan | nan | nan | nan | nan | nan | nan | nan | nan | nan | nan </a:t>
            </a:r>
          </a:p>
          <a:p>
            <a:r>
              <a:t>BSCS-5 | Artificial Intelligence/Mobile communication | nan | BSCS-5 | Artificial Intelligence/Mobil</a:t>
            </a:r>
          </a:p>
          <a:p>
            <a:r>
              <a:t>nan | Visiual Programming | nan | nan | Visiual Programming | nan | nan | Operating System- Mr. Adee</a:t>
            </a:r>
          </a:p>
          <a:p>
            <a:r>
              <a:t>nan | nan | nan | nan | nan | nan | nan | CS - Elective 1 - Dr. Sarim | nan | nan | nan | nan | nan </a:t>
            </a:r>
          </a:p>
          <a:p>
            <a:r>
              <a:t>nan | nan | nan | nan | nan | nan | nan | Introduction to Software Engineerin  - Mr. Anwer | nan | n</a:t>
            </a:r>
          </a:p>
          <a:p>
            <a:r>
              <a:t>nan | nan | nan | nan | nan | nan | nan | Multivariant Calculus  - Mr. Waqar | nan | nan | nan | nan</a:t>
            </a:r>
          </a:p>
          <a:p>
            <a:r>
              <a:t>nan | nan | nan | nan | nan | nan | nan | nan | nan | nan | nan | nan | nan | nan | nan | nan | nan </a:t>
            </a:r>
          </a:p>
          <a:p>
            <a:r>
              <a:t>nan | nan | nan | nan | nan | nan | nan | nan | nan | nan | nan | nan | nan | nan | nan | nan | nan </a:t>
            </a:r>
          </a:p>
          <a:p>
            <a:r>
              <a:t>BSCS-7 | Cloud computing | nan | BSCS-7 | Cloud computing | nan | BSCS-6 | nan | nan | BSCS-6 | Arti</a:t>
            </a:r>
          </a:p>
          <a:p>
            <a:r>
              <a:t>nan | Artificial Neural Network | nan | nan | Artificial Neural Network | nan | nan | nan | nan | na</a:t>
            </a:r>
          </a:p>
          <a:p>
            <a:r>
              <a:t>nan | Human Computer Interaction | nan | nan | Human Computer Interaction | nan | nan | nan | nan | </a:t>
            </a:r>
          </a:p>
          <a:p>
            <a:r>
              <a:t>nan | Machine Learning (Mobile comm&amp; | nan | nan | Machine Learning (Mobile comm&amp; | nan | nan | nan </a:t>
            </a:r>
          </a:p>
          <a:p>
            <a:r>
              <a:t>nan | Information Security | nan | nan | Information Security | nan | nan | nan | nan | nan | Data M</a:t>
            </a:r>
          </a:p>
          <a:p>
            <a:r>
              <a:t>nan | FOP | nan | nan | FOP | nan | nan | nan | nan | nan | nan | nan | nan | nan | nan | nan | nan </a:t>
            </a:r>
          </a:p>
          <a:p>
            <a:r>
              <a:t>nan | (Mobile comm&amp; Network Repeater | nan | nan | nan | nan | nan | nan | nan | nan | nan | nan | n</a:t>
            </a:r>
          </a:p>
          <a:p>
            <a:r>
              <a:t>nan | nan | nan | nan | nan | nan | BSCS-7 | Compiler Construction - Mr. Anwer | nan | BSCS-7 | Mach</a:t>
            </a:r>
          </a:p>
          <a:p>
            <a:r>
              <a:t>nan | nan | nan | nan | nan | nan | nan | Artificial Intelligence - Mr Ubaid | nan | nan | Patthern </a:t>
            </a:r>
          </a:p>
          <a:p>
            <a:r>
              <a:t>nan | nan | nan | nan | nan | nan | nan | Numerical Computing  - Mr. Jamil | nan | nan | Neural Netw</a:t>
            </a:r>
          </a:p>
          <a:p>
            <a:r>
              <a:t>nan | nan | nan | nan | nan | nan | nan | CS - Elective 2 - Digital Image Processing  - Dr. Ashraf |</a:t>
            </a:r>
          </a:p>
          <a:p>
            <a:r>
              <a:t>nan | nan | nan | nan | nan | nan | nan | Professional Practices  | nan | nan | nan | nan | nan | na</a:t>
            </a:r>
          </a:p>
          <a:p>
            <a:r>
              <a:t>nan | nan | nan | nan | nan | nan | nan | nan | nan | nan | nan | nan | nan | nan | nan | nan | nan </a:t>
            </a:r>
          </a:p>
          <a:p>
            <a:r>
              <a:t>nan | nan | nan | nan | nan | nan | nan | nan | nan | nan | nan | nan | nan | nan | nan | nan | nan </a:t>
            </a:r>
          </a:p>
          <a:p>
            <a:r>
              <a:t>nan | nan | nan | nan | nan | nan | nan | nan | nan | nan | nan | nan | BSCS-8 | digital image proce</a:t>
            </a:r>
          </a:p>
          <a:p>
            <a:r>
              <a:t>nan | nan | nan | nan | nan | nan | nan | nan | nan | nan | nan | nan | nan | Information Security |</a:t>
            </a:r>
          </a:p>
          <a:p>
            <a:r>
              <a:t>nan | nan | nan | nan | nan | nan | nan | nan | nan | nan | nan | nan | nan | Business Administratio</a:t>
            </a:r>
          </a:p>
          <a:p>
            <a:r>
              <a:t>Sheet: Sheet1</a:t>
            </a:r>
          </a:p>
          <a:p>
            <a:r>
              <a:t>nan | nan | nan | nan | nan | nan | nan</a:t>
            </a:r>
          </a:p>
          <a:p>
            <a:r>
              <a:t>nan | ■■■■■ ■■■■ | ■■■■■■ | ■■■■ | ■■■■■ ■■■■■■ | ■■■ ■■■■■ | ■■■■ ■■■■</a:t>
            </a:r>
          </a:p>
          <a:p>
            <a:r>
              <a:t>nan | 6 | ■■■■■■■■ ■■■■■ | ■■■■■■■ | ■■ ■■■ | ■■■■ ■■■■ ■■■■ ■■■■■■ | 1</a:t>
            </a:r>
          </a:p>
          <a:p>
            <a:r>
              <a:t>nan | 6 | ■■■■■■■■ ■■■■■ | ■■■■■■■ | ■■ ■■■ | ■■■■■■ ■■■■■■ | 2</a:t>
            </a:r>
          </a:p>
          <a:p>
            <a:r>
              <a:t>nan | 6 | ■■■■■■■■ ■■■■■ | ■■■■■■■ | ■■ ■■■ | ■■■■■■ ■■■■ ■■■■■ | 3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